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42850"/>
                </a:solidFill>
              </a:rPr>
              <a:t>일본 견과류 수출 전략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C5078"/>
                </a:solidFill>
              </a:rPr>
              <a:t>HS 2008190000 기준 / GlobalPath AI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귀사명 또는 과제명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작성자: 홍길동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작성일: 2025-12-01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